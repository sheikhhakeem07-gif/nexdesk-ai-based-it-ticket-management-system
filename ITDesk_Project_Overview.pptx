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ITDesk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600" b="0" i="0">
                <a:solidFill>
                  <a:srgbClr val="2DD4BF"/>
                </a:solidFill>
                <a:latin typeface="Calibri"/>
              </a:rPr>
              <a:t>AI-Based Smart IT Ticket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27432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An intelligent helpdesk where an NVIDIA-powered AI assistant chats with employees,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troubleshoots issues, and proposes tickets — never creating them without human confirmation.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400" b="1" i="0">
                <a:solidFill>
                  <a:srgbClr val="94A3B8"/>
                </a:solidFill>
                <a:latin typeface="Calibri"/>
              </a:rPr>
              <a:t>Full-stack • React + FastAPI + NVIDIA Nemotron • Real-time 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Project Overview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is ITDesk?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6751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Calibri"/>
              </a:rPr>
              <a:t>•  A production-ready, full-stack IT helpdesk platform for managing support tickets end-to-end.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Calibri"/>
              </a:rPr>
              <a:t>•  Built around an AI assistant that understands employee messages and helps resolve issues faster.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Calibri"/>
              </a:rPr>
              <a:t>•  Supports role-based access: Admins manage everything; Users raise and track their own tickets.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Calibri"/>
              </a:rPr>
              <a:t>•  Real-time updates (notifications, live refresh) via Server-Sent Events — no page polling.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Calibri"/>
              </a:rPr>
              <a:t>•  Live analytics: dashboards, charts, SLA tracking, and downloadable PDF reports.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F1F5F9"/>
                </a:solidFill>
                <a:latin typeface="Calibri"/>
              </a:rPr>
              <a:t>•  Runs in full offline fallback mode when no AI key is present, so it always works for testing.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783080"/>
            <a:ext cx="3886200" cy="4206240"/>
          </a:xfrm>
          <a:prstGeom prst="rect">
            <a:avLst/>
          </a:prstGeom>
          <a:solidFill>
            <a:srgbClr val="16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783080"/>
            <a:ext cx="388620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68880"/>
            <a:ext cx="34747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</a:rPr>
              <a:t>Type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IT support / ticketing SaaS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</a:rPr>
              <a:t>Users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Employees + IT admins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</a:rPr>
              <a:t>AI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NVIDIA Nemotron 3 Ultra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Development / runnable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WHY IT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Problem It Solves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20624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94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Manual ticket triage is slow and error-prone.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Employees wait on hold or email for help.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No single view of SLA / priority / status.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Repetitive questions waste IT time.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No audit trail or reporting for leadership.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394960" cy="420624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3949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With ITDesk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41448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AI assistant handles FAQs &amp; troubleshooting 24/7.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Tickets drafted automatically from a conversation.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Live dashboards + SLA tracking for every ticket.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Admins get analytics, audit logs, PDF reports.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Role-based, secure, and fully auditable.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611880" cy="201168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611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AI Assistant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Streamed SSE chat that detects intent &amp; drafts tickets.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3611880" cy="201168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36118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Ticket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4144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Create, assign, transfer, close, comment, attach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611880" cy="201168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361188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Role-Based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4144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Admin vs User navigation &amp; permissions enforced.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40"/>
            <a:ext cx="3611880" cy="201168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40"/>
            <a:ext cx="3611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Live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3600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Real-time stats, charts, and SLA monitoring.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977640"/>
            <a:ext cx="3611880" cy="201168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977640"/>
            <a:ext cx="36118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60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Analytics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63600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SQL aggregates + 5 ReportLab PDF exports.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977640"/>
            <a:ext cx="3611880" cy="201168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977640"/>
            <a:ext cx="361188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160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Realtime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3600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Per-user SSE stream for instant notifications.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103120" cy="274320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21031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2423160"/>
            <a:ext cx="822960" cy="8229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F1B2D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Employee chats
with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114800"/>
            <a:ext cx="188366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Frontend sends messages; backend streams AI replies via SSE.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24912" y="3291840"/>
            <a:ext cx="201168" cy="54864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2194560"/>
            <a:ext cx="2103120" cy="274320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7792" y="2194560"/>
            <a:ext cx="21031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7872" y="2423160"/>
            <a:ext cx="822960" cy="8229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F1B2D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3375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 understands
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14800"/>
            <a:ext cx="188366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NVIDIA Nemotron (or offline engine) detects category, priority, dept.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92624" y="3291840"/>
            <a:ext cx="201168" cy="54864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194560"/>
            <a:ext cx="2103120" cy="274320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75504" y="2194560"/>
            <a:ext cx="21031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423160"/>
            <a:ext cx="822960" cy="8229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F1B2D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3375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Draft ticket
proposed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4114800"/>
            <a:ext cx="188366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Backend validates into structured JSON — no auto-create.</a:t>
            </a:r>
          </a:p>
        </p:txBody>
      </p:sp>
      <p:sp>
        <p:nvSpPr>
          <p:cNvPr id="24" name="Chevron 23"/>
          <p:cNvSpPr/>
          <p:nvPr/>
        </p:nvSpPr>
        <p:spPr>
          <a:xfrm>
            <a:off x="7260336" y="3291840"/>
            <a:ext cx="201168" cy="54864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2194560"/>
            <a:ext cx="2103120" cy="274320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3216" y="2194560"/>
            <a:ext cx="21031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83296" y="2423160"/>
            <a:ext cx="822960" cy="8229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F1B2D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33375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Human
confirms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114800"/>
            <a:ext cx="188366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reviews &amp; confirms the draft; only then is it saved.</a:t>
            </a:r>
          </a:p>
        </p:txBody>
      </p:sp>
      <p:sp>
        <p:nvSpPr>
          <p:cNvPr id="30" name="Chevron 29"/>
          <p:cNvSpPr/>
          <p:nvPr/>
        </p:nvSpPr>
        <p:spPr>
          <a:xfrm>
            <a:off x="9528048" y="3291840"/>
            <a:ext cx="201168" cy="54864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10928" y="2194560"/>
            <a:ext cx="2103120" cy="274320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10928" y="2194560"/>
            <a:ext cx="21031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51008" y="2423160"/>
            <a:ext cx="822960" cy="8229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F1B2D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33375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Admin manages
&amp;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6" y="4114800"/>
            <a:ext cx="188366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Assign, track SLA, analytics, PDFs, live notifications.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Stack:  React (browser)  →  FastAPI (Python)  →  NVIDIA API + SQLite/PostgreSQL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Component UI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9280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Fast dev server &amp;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9280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134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Type-safe codebase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07792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07792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017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Tailwind v4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3814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Utility-first styling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907792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907792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017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shadcn/ui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3814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Accessible UI components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907792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907792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017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TanStack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43814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Server state / caching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32504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032504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14223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React Router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562856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Client-side 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032504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4032504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14223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Axios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562856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HTTP client to backend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032504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4032504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414223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Framer Motion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562856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Animations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157216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5157216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2669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687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Analytics charts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5157216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34840" y="5157216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52669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react-markdown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687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Render AI markdown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157216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5157216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52669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Nginx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687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Serves build in Docker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Async Python web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9280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SQLAlchemy 2.x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ORM / database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9280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Alembic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134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Database migrations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07792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07792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017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Pydantic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3814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Request/response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907792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907792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017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JWT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3814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Access + refresh tokens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907792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907792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0175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bcrypt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43814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Password hashing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32504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032504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14223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Uvicorn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562856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ASGI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032504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4032504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14223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httpx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562856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Calls NVIDIA API (streaming)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032504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4032504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414223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ReportLab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562856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PDF report generation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157216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5157216"/>
            <a:ext cx="63500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2669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Server-Sent 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687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Live /events stream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5157216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34840" y="5157216"/>
            <a:ext cx="6350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52669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python-multipart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687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File uploads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157216"/>
            <a:ext cx="3611880" cy="96012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5157216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52669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6875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38-test suite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AI · Data · Realtime ·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611880" cy="420624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611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3246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NVIDIA Nemotron 3 Ultra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OpenAI-compatible /chat/completions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integrate.api.nvidia.com/v1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Key in backend .env only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Streaming SSE replies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Offline rule-based 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3611880" cy="420624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36118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Data &amp;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41448"/>
            <a:ext cx="3246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SQLite for dev (zero-config)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PostgreSQL-ready via DATABASE_URL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Server-Sent Events (SSE)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Per-user live notifications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No polling — instant refresh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337560" cy="420624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33375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41448"/>
            <a:ext cx="2971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Docker Compose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Backend container + nginx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proxy_buffering off (SSE)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Named volumes for DB/uploads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Frontend :8080 / API :8000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Roles &amp;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20624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949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All tickets (view / edit / delete)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User management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System health &amp; audit logs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All analytics &amp; reports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Assign / transfer / close tickets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394960" cy="420624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3949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User (Employee)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41448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Create &amp; view own tickets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Upload attachments &amp; comment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Use the AI assistant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Confirm AI-proposed drafts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Personal dashboard &amp;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AI Safety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766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The AI NEVER creates a ticket directly.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Every turn is validated into structured JSON:</a:t>
            </a:r>
          </a:p>
          <a:p>
            <a:pPr algn="l" lvl="1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–  intent, priority, category, department, should_create_ticket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Pydantic validation runs BEFORE any persistence.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A draft is saved and shown to the user to confirm.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Greetings, smalltalk &amp; normal help never create tickets.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Key stays server-side — never shipped to the browser.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783080"/>
            <a:ext cx="3886200" cy="4206240"/>
          </a:xfrm>
          <a:prstGeom prst="rect">
            <a:avLst/>
          </a:prstGeom>
          <a:solidFill>
            <a:srgbClr val="16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783080"/>
            <a:ext cx="38862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59E0B"/>
                </a:solidFill>
                <a:latin typeface="Calibri"/>
              </a:rPr>
              <a:t>Two AI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514600"/>
            <a:ext cx="3474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D4BF"/>
                </a:solidFill>
                <a:latin typeface="Calibri"/>
              </a:rPr>
              <a:t>Live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Real NVIDIA Nemotron model when NVIDIA_API_KEY is set.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D4BF"/>
                </a:solidFill>
                <a:latin typeface="Calibri"/>
              </a:rPr>
              <a:t>Offline fallback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Deterministic rule engine handles intent, help &amp; drafts — every feature still works for testing.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BACKEND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API Surface  (/api/v1)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72800" cy="530352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965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19656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register · login · refresh · logout · forgot/reset-password · /me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972800" cy="530352"/>
          </a:xfrm>
          <a:prstGeom prst="rect">
            <a:avLst/>
          </a:prstGeom>
          <a:solidFill>
            <a:srgbClr val="16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86584"/>
            <a:ext cx="635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CRUD · search/filter · assign/transfer · close/reopen · comments · attachments ·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90088"/>
            <a:ext cx="10972800" cy="530352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635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26664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026664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sessions · streaming SSE · persisted history · draft confirm/dismiss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93592"/>
            <a:ext cx="10972800" cy="530352"/>
          </a:xfrm>
          <a:prstGeom prst="rect">
            <a:avLst/>
          </a:prstGeom>
          <a:solidFill>
            <a:srgbClr val="16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93592"/>
            <a:ext cx="635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30168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Dashboard /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630168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stats · monthly-trends · priority/status/dept distribution · SLA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97096"/>
            <a:ext cx="10972800" cy="530352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97096"/>
            <a:ext cx="635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3367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233672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users · system-health · audit-logs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00600"/>
            <a:ext cx="10972800" cy="530352"/>
          </a:xfrm>
          <a:prstGeom prst="rect">
            <a:avLst/>
          </a:prstGeom>
          <a:solidFill>
            <a:srgbClr val="16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800600"/>
            <a:ext cx="635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83717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837176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per-user SSE live notifications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04104"/>
            <a:ext cx="10972800" cy="530352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404104"/>
            <a:ext cx="63500" cy="5303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4406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440680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summary · analytics · resolution · priority · monthly (PDF)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Screens &amp;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1109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Live stats &amp;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6350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1109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My Tickets / All 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500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List, filter,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6350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1109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500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Chat + ticket drafts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1752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1752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14553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Users (Admin)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844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Manage accounts/roles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01752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017520"/>
            <a:ext cx="6350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14553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System (Admin)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5844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Health &amp; audit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01752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017520"/>
            <a:ext cx="6350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14553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844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PDF report center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5196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25196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37997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81888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Profile &amp; security (2FA)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251960"/>
            <a:ext cx="3611880" cy="1051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4251960"/>
            <a:ext cx="6350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37997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About / Help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81888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Responsive desktop + tablet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to Run Locally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201168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206240"/>
          </a:xfrm>
          <a:prstGeom prst="rect">
            <a:avLst/>
          </a:prstGeom>
          <a:solidFill>
            <a:srgbClr val="16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949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Backend (FastAPI)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cd 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python -m venv .venv &amp;&amp; activate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pip install -r requirements.txt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cp .env.example .env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alembic upgrade head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python seed.py --with-sample-tickets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uvicorn app.main:app --reload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→ http://127.0.0.1:8000/docs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394960" cy="4206240"/>
          </a:xfrm>
          <a:prstGeom prst="rect">
            <a:avLst/>
          </a:prstGeom>
          <a:solidFill>
            <a:srgbClr val="16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3949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3B82F6"/>
                </a:solidFill>
                <a:latin typeface="Calibri"/>
              </a:rPr>
              <a:t>Frontend (React)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cd frontend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npm install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npm run dev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B82F6"/>
                </a:solidFill>
                <a:latin typeface="Calibri"/>
              </a:rPr>
              <a:t>→ http://localhost:5173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1F5F9"/>
                </a:solidFill>
                <a:latin typeface="Calibri"/>
              </a:rPr>
              <a:t>Docker (optional)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docker compose up --build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→ Frontend :8080 · API :8000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ITDesk — AI-Based Smart IT Ticket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Try It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94560"/>
            <a:ext cx="27432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5212080" cy="2194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52120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Admin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Email:    admin@itdesk.io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Password: Admin@12345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468880"/>
            <a:ext cx="5212080" cy="219456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468880"/>
            <a:ext cx="521208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User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27248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Email:    user@itdesk.io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•  Password: User@12345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alibri"/>
              </a:rPr>
              <a:t>Frontend:  http://localhost:5173/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Backend API docs:  http://127.0.0.1:8000/docs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Thank you — ITDesk AI Ticket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